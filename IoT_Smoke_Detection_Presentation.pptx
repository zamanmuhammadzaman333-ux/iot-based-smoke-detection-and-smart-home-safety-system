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IoT-Based Smoke Detection and Smart Home Safety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Cisco Packet Tracer IoT Simulation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homes use IoT devices to improve safety and automation. This project simulates an IoT-based smoke detection and fire response system using Cisco Packet Tracer.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Design a smart home IoT safety system</a:t>
            </a:r>
          </a:p>
          <a:p>
            <a:r>
              <a:t>- Simulate smoke detection and fire response</a:t>
            </a:r>
          </a:p>
          <a:p>
            <a:r>
              <a:t>- Demonstrate real-time communication</a:t>
            </a:r>
          </a:p>
          <a:p>
            <a:r>
              <a:t>- Implement automation rules in Home Gateway</a:t>
            </a:r>
          </a:p>
          <a:p>
            <a:r>
              <a:t>- Send alerts to user smartphone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Cisco Packet Tracer 8.2+</a:t>
            </a:r>
          </a:p>
          <a:p>
            <a:r>
              <a:t>Home Gateway DLC100</a:t>
            </a:r>
          </a:p>
          <a:p>
            <a:r>
              <a:t>2960 Switches</a:t>
            </a:r>
          </a:p>
          <a:p>
            <a:r>
              <a:t>IoT Smoke Sensors &amp; Sprinklers</a:t>
            </a:r>
          </a:p>
          <a:p>
            <a:r>
              <a:t>Smart Doors/Windows</a:t>
            </a:r>
          </a:p>
          <a:p>
            <a:r>
              <a:t>Siren &amp; Smartphone</a:t>
            </a:r>
          </a:p>
          <a:p>
            <a:r>
              <a:t>IoT Garage Car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 Layer: Sensors, actuators</a:t>
            </a:r>
          </a:p>
          <a:p>
            <a:r>
              <a:t>Network Layer: Switches, Home Gateway</a:t>
            </a:r>
          </a:p>
          <a:p>
            <a:r>
              <a:t>Control Layer: Automation rules</a:t>
            </a:r>
          </a:p>
          <a:p>
            <a:r>
              <a:t>Application Layer: Smartphone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Working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Smoke triggers sensor → Gateway executes rules → Sprinklers ON → Door opens → Siren ON → Notification sent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Accurate smoke detection</a:t>
            </a:r>
          </a:p>
          <a:p>
            <a:r>
              <a:t>- Fast automation response</a:t>
            </a:r>
          </a:p>
          <a:p>
            <a:r>
              <a:t>- Smartphone alerts</a:t>
            </a:r>
          </a:p>
          <a:p>
            <a:r>
              <a:t>- Area-specific activation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response, automation, efficiency, remote alerts, scalable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Simulation-based behavior, network dependency, limited devices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an effective smart home IoT fire detection and response system using Packet Tracer.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